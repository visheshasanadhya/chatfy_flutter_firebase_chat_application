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6"/>
  </p:notesMasterIdLst>
  <p:sldIdLst>
    <p:sldId id="335" r:id="rId5"/>
    <p:sldId id="268" r:id="rId6"/>
    <p:sldId id="310" r:id="rId7"/>
    <p:sldId id="311" r:id="rId8"/>
    <p:sldId id="312" r:id="rId9"/>
    <p:sldId id="313" r:id="rId10"/>
    <p:sldId id="314" r:id="rId11"/>
    <p:sldId id="315" r:id="rId12"/>
    <p:sldId id="318" r:id="rId13"/>
    <p:sldId id="323" r:id="rId14"/>
    <p:sldId id="324" r:id="rId15"/>
    <p:sldId id="325" r:id="rId16"/>
    <p:sldId id="322" r:id="rId17"/>
    <p:sldId id="326" r:id="rId18"/>
    <p:sldId id="327" r:id="rId19"/>
    <p:sldId id="330" r:id="rId20"/>
    <p:sldId id="328" r:id="rId21"/>
    <p:sldId id="332" r:id="rId22"/>
    <p:sldId id="319" r:id="rId23"/>
    <p:sldId id="317" r:id="rId24"/>
    <p:sldId id="33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E6C7660-EB69-458E-B8F6-B4B3B381DA9A}">
          <p14:sldIdLst>
            <p14:sldId id="335"/>
            <p14:sldId id="268"/>
            <p14:sldId id="310"/>
            <p14:sldId id="311"/>
            <p14:sldId id="312"/>
            <p14:sldId id="313"/>
            <p14:sldId id="314"/>
            <p14:sldId id="315"/>
            <p14:sldId id="318"/>
            <p14:sldId id="323"/>
            <p14:sldId id="324"/>
            <p14:sldId id="325"/>
            <p14:sldId id="322"/>
            <p14:sldId id="326"/>
            <p14:sldId id="327"/>
            <p14:sldId id="330"/>
            <p14:sldId id="328"/>
            <p14:sldId id="332"/>
            <p14:sldId id="319"/>
            <p14:sldId id="317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061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esha Sanadhya" userId="c066f16c19579742" providerId="LiveId" clId="{39D64B50-AB24-406A-B62F-67B027805AB4}"/>
    <pc:docChg chg="undo redo custSel addSld delSld modSld sldOrd addSection modSection">
      <pc:chgData name="Vishesha Sanadhya" userId="c066f16c19579742" providerId="LiveId" clId="{39D64B50-AB24-406A-B62F-67B027805AB4}" dt="2024-09-30T19:53:32.217" v="585"/>
      <pc:docMkLst>
        <pc:docMk/>
      </pc:docMkLst>
      <pc:sldChg chg="addSp delSp modSp mod ord chgLayout">
        <pc:chgData name="Vishesha Sanadhya" userId="c066f16c19579742" providerId="LiveId" clId="{39D64B50-AB24-406A-B62F-67B027805AB4}" dt="2024-09-30T19:27:10.740" v="500" actId="1076"/>
        <pc:sldMkLst>
          <pc:docMk/>
          <pc:sldMk cId="3912747309" sldId="268"/>
        </pc:sldMkLst>
        <pc:spChg chg="mod ord">
          <ac:chgData name="Vishesha Sanadhya" userId="c066f16c19579742" providerId="LiveId" clId="{39D64B50-AB24-406A-B62F-67B027805AB4}" dt="2024-09-29T18:55:11.179" v="428" actId="1076"/>
          <ac:spMkLst>
            <pc:docMk/>
            <pc:sldMk cId="3912747309" sldId="268"/>
            <ac:spMk id="2" creationId="{4010AF38-26DF-48B3-952C-4A9091D6863C}"/>
          </ac:spMkLst>
        </pc:spChg>
        <pc:spChg chg="add del mod ord">
          <ac:chgData name="Vishesha Sanadhya" userId="c066f16c19579742" providerId="LiveId" clId="{39D64B50-AB24-406A-B62F-67B027805AB4}" dt="2024-09-29T17:27:51.292" v="35" actId="700"/>
          <ac:spMkLst>
            <pc:docMk/>
            <pc:sldMk cId="3912747309" sldId="268"/>
            <ac:spMk id="3" creationId="{99BAA925-7B4A-6FA5-4655-97AD1D8DCE63}"/>
          </ac:spMkLst>
        </pc:spChg>
        <pc:spChg chg="add del mod ord">
          <ac:chgData name="Vishesha Sanadhya" userId="c066f16c19579742" providerId="LiveId" clId="{39D64B50-AB24-406A-B62F-67B027805AB4}" dt="2024-09-29T17:27:51.292" v="35" actId="700"/>
          <ac:spMkLst>
            <pc:docMk/>
            <pc:sldMk cId="3912747309" sldId="268"/>
            <ac:spMk id="4" creationId="{FEB04447-6B8F-F0F7-614B-9E6C6CE970E5}"/>
          </ac:spMkLst>
        </pc:spChg>
        <pc:spChg chg="add del mod ord">
          <ac:chgData name="Vishesha Sanadhya" userId="c066f16c19579742" providerId="LiveId" clId="{39D64B50-AB24-406A-B62F-67B027805AB4}" dt="2024-09-29T17:28:36.486" v="37" actId="700"/>
          <ac:spMkLst>
            <pc:docMk/>
            <pc:sldMk cId="3912747309" sldId="268"/>
            <ac:spMk id="5" creationId="{DE07526E-316F-50FE-0708-FA43655FD341}"/>
          </ac:spMkLst>
        </pc:spChg>
        <pc:spChg chg="add del">
          <ac:chgData name="Vishesha Sanadhya" userId="c066f16c19579742" providerId="LiveId" clId="{39D64B50-AB24-406A-B62F-67B027805AB4}" dt="2024-09-29T17:42:16.068" v="83" actId="478"/>
          <ac:spMkLst>
            <pc:docMk/>
            <pc:sldMk cId="3912747309" sldId="268"/>
            <ac:spMk id="7" creationId="{4331D984-1F95-3CE8-4D29-97EAA368B80A}"/>
          </ac:spMkLst>
        </pc:spChg>
        <pc:spChg chg="add del mod">
          <ac:chgData name="Vishesha Sanadhya" userId="c066f16c19579742" providerId="LiveId" clId="{39D64B50-AB24-406A-B62F-67B027805AB4}" dt="2024-09-29T17:42:17.161" v="87" actId="22"/>
          <ac:spMkLst>
            <pc:docMk/>
            <pc:sldMk cId="3912747309" sldId="268"/>
            <ac:spMk id="10" creationId="{8A773AF2-F293-F735-756B-B4CF7F91A607}"/>
          </ac:spMkLst>
        </pc:spChg>
        <pc:spChg chg="add mod">
          <ac:chgData name="Vishesha Sanadhya" userId="c066f16c19579742" providerId="LiveId" clId="{39D64B50-AB24-406A-B62F-67B027805AB4}" dt="2024-09-29T18:55:04.855" v="427" actId="1076"/>
          <ac:spMkLst>
            <pc:docMk/>
            <pc:sldMk cId="3912747309" sldId="268"/>
            <ac:spMk id="12" creationId="{2EB4F68E-17F0-7683-9CA9-ACC4F5849A0B}"/>
          </ac:spMkLst>
        </pc:spChg>
        <pc:spChg chg="add mod">
          <ac:chgData name="Vishesha Sanadhya" userId="c066f16c19579742" providerId="LiveId" clId="{39D64B50-AB24-406A-B62F-67B027805AB4}" dt="2024-09-30T19:26:18.506" v="494" actId="13926"/>
          <ac:spMkLst>
            <pc:docMk/>
            <pc:sldMk cId="3912747309" sldId="268"/>
            <ac:spMk id="14" creationId="{EAC822B5-5374-BE5A-95EC-E34CA071BF50}"/>
          </ac:spMkLst>
        </pc:spChg>
        <pc:spChg chg="add mod">
          <ac:chgData name="Vishesha Sanadhya" userId="c066f16c19579742" providerId="LiveId" clId="{39D64B50-AB24-406A-B62F-67B027805AB4}" dt="2024-09-29T19:00:34.528" v="477" actId="33987"/>
          <ac:spMkLst>
            <pc:docMk/>
            <pc:sldMk cId="3912747309" sldId="268"/>
            <ac:spMk id="15" creationId="{198FD692-7CA7-CEF6-998D-3AF347DFB66B}"/>
          </ac:spMkLst>
        </pc:spChg>
        <pc:picChg chg="add mod">
          <ac:chgData name="Vishesha Sanadhya" userId="c066f16c19579742" providerId="LiveId" clId="{39D64B50-AB24-406A-B62F-67B027805AB4}" dt="2024-09-30T19:27:10.740" v="500" actId="1076"/>
          <ac:picMkLst>
            <pc:docMk/>
            <pc:sldMk cId="3912747309" sldId="268"/>
            <ac:picMk id="8" creationId="{6AD57BFE-BBA0-960F-522A-05A60B78F5AD}"/>
          </ac:picMkLst>
        </pc:picChg>
      </pc:sldChg>
      <pc:sldChg chg="addSp delSp modSp mod modTransition">
        <pc:chgData name="Vishesha Sanadhya" userId="c066f16c19579742" providerId="LiveId" clId="{39D64B50-AB24-406A-B62F-67B027805AB4}" dt="2024-09-30T19:30:14.231" v="511"/>
        <pc:sldMkLst>
          <pc:docMk/>
          <pc:sldMk cId="2482546811" sldId="310"/>
        </pc:sldMkLst>
        <pc:spChg chg="mod">
          <ac:chgData name="Vishesha Sanadhya" userId="c066f16c19579742" providerId="LiveId" clId="{39D64B50-AB24-406A-B62F-67B027805AB4}" dt="2024-09-29T17:42:22.024" v="100"/>
          <ac:spMkLst>
            <pc:docMk/>
            <pc:sldMk cId="2482546811" sldId="310"/>
            <ac:spMk id="2" creationId="{4F76CB32-901A-4DA0-AA8A-9A7B5A88BFCD}"/>
          </ac:spMkLst>
        </pc:spChg>
        <pc:spChg chg="mod">
          <ac:chgData name="Vishesha Sanadhya" userId="c066f16c19579742" providerId="LiveId" clId="{39D64B50-AB24-406A-B62F-67B027805AB4}" dt="2024-09-29T17:46:32.084" v="119" actId="14100"/>
          <ac:spMkLst>
            <pc:docMk/>
            <pc:sldMk cId="2482546811" sldId="310"/>
            <ac:spMk id="5" creationId="{2B973931-A837-8BEF-AF74-D025BFF0287D}"/>
          </ac:spMkLst>
        </pc:spChg>
        <pc:picChg chg="add del mod">
          <ac:chgData name="Vishesha Sanadhya" userId="c066f16c19579742" providerId="LiveId" clId="{39D64B50-AB24-406A-B62F-67B027805AB4}" dt="2024-09-29T17:33:50.335" v="50" actId="21"/>
          <ac:picMkLst>
            <pc:docMk/>
            <pc:sldMk cId="2482546811" sldId="310"/>
            <ac:picMk id="4" creationId="{AB4888E4-C49A-F34A-FB0E-B73A73AFCBD4}"/>
          </ac:picMkLst>
        </pc:picChg>
        <pc:picChg chg="add del mod">
          <ac:chgData name="Vishesha Sanadhya" userId="c066f16c19579742" providerId="LiveId" clId="{39D64B50-AB24-406A-B62F-67B027805AB4}" dt="2024-09-29T17:48:10.594" v="129" actId="21"/>
          <ac:picMkLst>
            <pc:docMk/>
            <pc:sldMk cId="2482546811" sldId="310"/>
            <ac:picMk id="7" creationId="{56C146BE-6C9C-ADA8-A9BA-6ECDDDF31031}"/>
          </ac:picMkLst>
        </pc:picChg>
        <pc:picChg chg="add del">
          <ac:chgData name="Vishesha Sanadhya" userId="c066f16c19579742" providerId="LiveId" clId="{39D64B50-AB24-406A-B62F-67B027805AB4}" dt="2024-09-29T17:49:56.578" v="134" actId="22"/>
          <ac:picMkLst>
            <pc:docMk/>
            <pc:sldMk cId="2482546811" sldId="310"/>
            <ac:picMk id="9" creationId="{73245B37-F005-F2E5-8B4A-2CE12BCBAFB2}"/>
          </ac:picMkLst>
        </pc:picChg>
        <pc:picChg chg="add del mod">
          <ac:chgData name="Vishesha Sanadhya" userId="c066f16c19579742" providerId="LiveId" clId="{39D64B50-AB24-406A-B62F-67B027805AB4}" dt="2024-09-29T18:39:38.862" v="272" actId="21"/>
          <ac:picMkLst>
            <pc:docMk/>
            <pc:sldMk cId="2482546811" sldId="310"/>
            <ac:picMk id="11" creationId="{F25DCEAE-5DBD-DE45-D9DB-3F343115ECF4}"/>
          </ac:picMkLst>
        </pc:picChg>
        <pc:picChg chg="add del mod">
          <ac:chgData name="Vishesha Sanadhya" userId="c066f16c19579742" providerId="LiveId" clId="{39D64B50-AB24-406A-B62F-67B027805AB4}" dt="2024-09-29T19:03:37.454" v="482" actId="21"/>
          <ac:picMkLst>
            <pc:docMk/>
            <pc:sldMk cId="2482546811" sldId="310"/>
            <ac:picMk id="13" creationId="{0BA867DA-42E0-CA08-7B28-6B5362CB9111}"/>
          </ac:picMkLst>
        </pc:picChg>
        <pc:picChg chg="add mod">
          <ac:chgData name="Vishesha Sanadhya" userId="c066f16c19579742" providerId="LiveId" clId="{39D64B50-AB24-406A-B62F-67B027805AB4}" dt="2024-09-29T19:04:36.541" v="491" actId="14100"/>
          <ac:picMkLst>
            <pc:docMk/>
            <pc:sldMk cId="2482546811" sldId="310"/>
            <ac:picMk id="14" creationId="{E77CDBB2-3650-267B-70B7-C762C90632A3}"/>
          </ac:picMkLst>
        </pc:picChg>
      </pc:sldChg>
      <pc:sldChg chg="addSp modSp mod modTransition">
        <pc:chgData name="Vishesha Sanadhya" userId="c066f16c19579742" providerId="LiveId" clId="{39D64B50-AB24-406A-B62F-67B027805AB4}" dt="2024-09-30T19:30:24.012" v="512"/>
        <pc:sldMkLst>
          <pc:docMk/>
          <pc:sldMk cId="3682200935" sldId="311"/>
        </pc:sldMkLst>
        <pc:spChg chg="mod">
          <ac:chgData name="Vishesha Sanadhya" userId="c066f16c19579742" providerId="LiveId" clId="{39D64B50-AB24-406A-B62F-67B027805AB4}" dt="2024-09-29T17:42:22.024" v="100"/>
          <ac:spMkLst>
            <pc:docMk/>
            <pc:sldMk cId="3682200935" sldId="311"/>
            <ac:spMk id="2" creationId="{9274FEF0-3974-CBFC-9A0E-0B09B74D2CDA}"/>
          </ac:spMkLst>
        </pc:spChg>
        <pc:spChg chg="mod">
          <ac:chgData name="Vishesha Sanadhya" userId="c066f16c19579742" providerId="LiveId" clId="{39D64B50-AB24-406A-B62F-67B027805AB4}" dt="2024-09-29T17:47:11.791" v="128" actId="12"/>
          <ac:spMkLst>
            <pc:docMk/>
            <pc:sldMk cId="3682200935" sldId="311"/>
            <ac:spMk id="4" creationId="{F52E23DF-00FA-13E8-651B-21916B838CA4}"/>
          </ac:spMkLst>
        </pc:spChg>
        <pc:picChg chg="add mod">
          <ac:chgData name="Vishesha Sanadhya" userId="c066f16c19579742" providerId="LiveId" clId="{39D64B50-AB24-406A-B62F-67B027805AB4}" dt="2024-09-30T19:27:32.147" v="501" actId="14100"/>
          <ac:picMkLst>
            <pc:docMk/>
            <pc:sldMk cId="3682200935" sldId="311"/>
            <ac:picMk id="3" creationId="{DF65B0B7-D70E-2F73-657F-355B93C4222B}"/>
          </ac:picMkLst>
        </pc:picChg>
      </pc:sldChg>
      <pc:sldChg chg="addSp modSp mod modTransition">
        <pc:chgData name="Vishesha Sanadhya" userId="c066f16c19579742" providerId="LiveId" clId="{39D64B50-AB24-406A-B62F-67B027805AB4}" dt="2024-09-30T19:30:27.481" v="513"/>
        <pc:sldMkLst>
          <pc:docMk/>
          <pc:sldMk cId="261589157" sldId="312"/>
        </pc:sldMkLst>
        <pc:spChg chg="mod">
          <ac:chgData name="Vishesha Sanadhya" userId="c066f16c19579742" providerId="LiveId" clId="{39D64B50-AB24-406A-B62F-67B027805AB4}" dt="2024-09-29T18:15:34.067" v="202" actId="1076"/>
          <ac:spMkLst>
            <pc:docMk/>
            <pc:sldMk cId="261589157" sldId="312"/>
            <ac:spMk id="2" creationId="{90A69A3B-A7B3-8A72-402D-3E81FF6096F1}"/>
          </ac:spMkLst>
        </pc:spChg>
        <pc:spChg chg="mod">
          <ac:chgData name="Vishesha Sanadhya" userId="c066f16c19579742" providerId="LiveId" clId="{39D64B50-AB24-406A-B62F-67B027805AB4}" dt="2024-09-29T18:17:07.706" v="240" actId="14100"/>
          <ac:spMkLst>
            <pc:docMk/>
            <pc:sldMk cId="261589157" sldId="312"/>
            <ac:spMk id="6" creationId="{4CA73EA1-1B58-63BD-D0FB-C68BCEEEC12C}"/>
          </ac:spMkLst>
        </pc:spChg>
        <pc:picChg chg="add mod">
          <ac:chgData name="Vishesha Sanadhya" userId="c066f16c19579742" providerId="LiveId" clId="{39D64B50-AB24-406A-B62F-67B027805AB4}" dt="2024-09-29T18:17:41.132" v="247" actId="14100"/>
          <ac:picMkLst>
            <pc:docMk/>
            <pc:sldMk cId="261589157" sldId="312"/>
            <ac:picMk id="4" creationId="{4CDD6D38-5080-93AA-1CAA-93EE53148609}"/>
          </ac:picMkLst>
        </pc:picChg>
      </pc:sldChg>
      <pc:sldChg chg="addSp modSp mod modTransition">
        <pc:chgData name="Vishesha Sanadhya" userId="c066f16c19579742" providerId="LiveId" clId="{39D64B50-AB24-406A-B62F-67B027805AB4}" dt="2024-09-30T19:30:31.965" v="514"/>
        <pc:sldMkLst>
          <pc:docMk/>
          <pc:sldMk cId="2364448589" sldId="313"/>
        </pc:sldMkLst>
        <pc:spChg chg="mod">
          <ac:chgData name="Vishesha Sanadhya" userId="c066f16c19579742" providerId="LiveId" clId="{39D64B50-AB24-406A-B62F-67B027805AB4}" dt="2024-09-29T17:42:22.024" v="100"/>
          <ac:spMkLst>
            <pc:docMk/>
            <pc:sldMk cId="2364448589" sldId="313"/>
            <ac:spMk id="2" creationId="{99258BE3-D89D-4ADD-3C83-55C207CF04C5}"/>
          </ac:spMkLst>
        </pc:spChg>
        <pc:spChg chg="mod">
          <ac:chgData name="Vishesha Sanadhya" userId="c066f16c19579742" providerId="LiveId" clId="{39D64B50-AB24-406A-B62F-67B027805AB4}" dt="2024-09-29T18:40:42.325" v="281" actId="1076"/>
          <ac:spMkLst>
            <pc:docMk/>
            <pc:sldMk cId="2364448589" sldId="313"/>
            <ac:spMk id="4" creationId="{795BC3B8-83B7-5537-D1FB-007ABD03BF0C}"/>
          </ac:spMkLst>
        </pc:spChg>
        <pc:picChg chg="add mod">
          <ac:chgData name="Vishesha Sanadhya" userId="c066f16c19579742" providerId="LiveId" clId="{39D64B50-AB24-406A-B62F-67B027805AB4}" dt="2024-09-29T17:56:39.307" v="158" actId="14100"/>
          <ac:picMkLst>
            <pc:docMk/>
            <pc:sldMk cId="2364448589" sldId="313"/>
            <ac:picMk id="5" creationId="{11AF14BF-95C7-057D-9A7B-755F0562E1A1}"/>
          </ac:picMkLst>
        </pc:picChg>
      </pc:sldChg>
      <pc:sldChg chg="addSp modSp mod modTransition">
        <pc:chgData name="Vishesha Sanadhya" userId="c066f16c19579742" providerId="LiveId" clId="{39D64B50-AB24-406A-B62F-67B027805AB4}" dt="2024-09-30T19:30:36.559" v="515"/>
        <pc:sldMkLst>
          <pc:docMk/>
          <pc:sldMk cId="3440603964" sldId="314"/>
        </pc:sldMkLst>
        <pc:spChg chg="mod">
          <ac:chgData name="Vishesha Sanadhya" userId="c066f16c19579742" providerId="LiveId" clId="{39D64B50-AB24-406A-B62F-67B027805AB4}" dt="2024-09-29T18:47:28.668" v="296" actId="1076"/>
          <ac:spMkLst>
            <pc:docMk/>
            <pc:sldMk cId="3440603964" sldId="314"/>
            <ac:spMk id="2" creationId="{C95EE013-6396-FABE-C73B-7378FB8373E9}"/>
          </ac:spMkLst>
        </pc:spChg>
        <pc:spChg chg="mod">
          <ac:chgData name="Vishesha Sanadhya" userId="c066f16c19579742" providerId="LiveId" clId="{39D64B50-AB24-406A-B62F-67B027805AB4}" dt="2024-09-29T18:48:49.817" v="414" actId="14100"/>
          <ac:spMkLst>
            <pc:docMk/>
            <pc:sldMk cId="3440603964" sldId="314"/>
            <ac:spMk id="4" creationId="{0CEE10EB-054A-D75D-50B1-C722A8F7144A}"/>
          </ac:spMkLst>
        </pc:spChg>
        <pc:picChg chg="add mod">
          <ac:chgData name="Vishesha Sanadhya" userId="c066f16c19579742" providerId="LiveId" clId="{39D64B50-AB24-406A-B62F-67B027805AB4}" dt="2024-09-30T19:27:49.053" v="502" actId="14100"/>
          <ac:picMkLst>
            <pc:docMk/>
            <pc:sldMk cId="3440603964" sldId="314"/>
            <ac:picMk id="5" creationId="{FC4B7FB2-9FAE-07B4-C80B-F6BE7ECDDDAA}"/>
          </ac:picMkLst>
        </pc:picChg>
      </pc:sldChg>
      <pc:sldChg chg="addSp modSp mod">
        <pc:chgData name="Vishesha Sanadhya" userId="c066f16c19579742" providerId="LiveId" clId="{39D64B50-AB24-406A-B62F-67B027805AB4}" dt="2024-09-30T19:28:08.569" v="504" actId="14100"/>
        <pc:sldMkLst>
          <pc:docMk/>
          <pc:sldMk cId="465572788" sldId="315"/>
        </pc:sldMkLst>
        <pc:spChg chg="mod">
          <ac:chgData name="Vishesha Sanadhya" userId="c066f16c19579742" providerId="LiveId" clId="{39D64B50-AB24-406A-B62F-67B027805AB4}" dt="2024-09-29T18:03:09.799" v="191" actId="1076"/>
          <ac:spMkLst>
            <pc:docMk/>
            <pc:sldMk cId="465572788" sldId="315"/>
            <ac:spMk id="2" creationId="{CF8BF2FB-1743-E805-2057-DF7C11415B7C}"/>
          </ac:spMkLst>
        </pc:spChg>
        <pc:spChg chg="mod">
          <ac:chgData name="Vishesha Sanadhya" userId="c066f16c19579742" providerId="LiveId" clId="{39D64B50-AB24-406A-B62F-67B027805AB4}" dt="2024-09-29T18:02:49.446" v="190" actId="1076"/>
          <ac:spMkLst>
            <pc:docMk/>
            <pc:sldMk cId="465572788" sldId="315"/>
            <ac:spMk id="5" creationId="{3EE2FE83-F8AA-B96E-9B3E-9CE403844DE9}"/>
          </ac:spMkLst>
        </pc:spChg>
        <pc:picChg chg="add mod">
          <ac:chgData name="Vishesha Sanadhya" userId="c066f16c19579742" providerId="LiveId" clId="{39D64B50-AB24-406A-B62F-67B027805AB4}" dt="2024-09-30T19:28:08.569" v="504" actId="14100"/>
          <ac:picMkLst>
            <pc:docMk/>
            <pc:sldMk cId="465572788" sldId="315"/>
            <ac:picMk id="4" creationId="{F01F6B80-3957-78B1-4157-F23888FBC2CC}"/>
          </ac:picMkLst>
        </pc:picChg>
      </pc:sldChg>
      <pc:sldChg chg="addSp delSp modSp mod modTransition modAnim">
        <pc:chgData name="Vishesha Sanadhya" userId="c066f16c19579742" providerId="LiveId" clId="{39D64B50-AB24-406A-B62F-67B027805AB4}" dt="2024-09-30T19:43:53.556" v="550"/>
        <pc:sldMkLst>
          <pc:docMk/>
          <pc:sldMk cId="4195303050" sldId="317"/>
        </pc:sldMkLst>
        <pc:spChg chg="mod">
          <ac:chgData name="Vishesha Sanadhya" userId="c066f16c19579742" providerId="LiveId" clId="{39D64B50-AB24-406A-B62F-67B027805AB4}" dt="2024-09-29T17:42:22.024" v="100"/>
          <ac:spMkLst>
            <pc:docMk/>
            <pc:sldMk cId="4195303050" sldId="317"/>
            <ac:spMk id="2" creationId="{556B0425-5E66-4AA1-2097-D5B92FCFCA31}"/>
          </ac:spMkLst>
        </pc:spChg>
        <pc:spChg chg="mod">
          <ac:chgData name="Vishesha Sanadhya" userId="c066f16c19579742" providerId="LiveId" clId="{39D64B50-AB24-406A-B62F-67B027805AB4}" dt="2024-09-30T19:35:24.647" v="530" actId="14100"/>
          <ac:spMkLst>
            <pc:docMk/>
            <pc:sldMk cId="4195303050" sldId="317"/>
            <ac:spMk id="4" creationId="{EDB0479D-8B55-CD98-2037-8567798813BC}"/>
          </ac:spMkLst>
        </pc:spChg>
        <pc:picChg chg="add del mod">
          <ac:chgData name="Vishesha Sanadhya" userId="c066f16c19579742" providerId="LiveId" clId="{39D64B50-AB24-406A-B62F-67B027805AB4}" dt="2024-09-29T19:03:55.014" v="485" actId="21"/>
          <ac:picMkLst>
            <pc:docMk/>
            <pc:sldMk cId="4195303050" sldId="317"/>
            <ac:picMk id="5" creationId="{67FD17D3-78A2-66D0-9B60-DCC644AF1621}"/>
          </ac:picMkLst>
        </pc:picChg>
        <pc:picChg chg="add mod">
          <ac:chgData name="Vishesha Sanadhya" userId="c066f16c19579742" providerId="LiveId" clId="{39D64B50-AB24-406A-B62F-67B027805AB4}" dt="2024-09-30T19:35:14.332" v="528" actId="14100"/>
          <ac:picMkLst>
            <pc:docMk/>
            <pc:sldMk cId="4195303050" sldId="317"/>
            <ac:picMk id="6" creationId="{592A5630-6BA1-9AB3-1A80-E0FB69AE1C36}"/>
          </ac:picMkLst>
        </pc:picChg>
      </pc:sldChg>
      <pc:sldChg chg="addSp modSp mod modTransition">
        <pc:chgData name="Vishesha Sanadhya" userId="c066f16c19579742" providerId="LiveId" clId="{39D64B50-AB24-406A-B62F-67B027805AB4}" dt="2024-09-30T19:30:42.747" v="516"/>
        <pc:sldMkLst>
          <pc:docMk/>
          <pc:sldMk cId="665760590" sldId="318"/>
        </pc:sldMkLst>
        <pc:spChg chg="mod">
          <ac:chgData name="Vishesha Sanadhya" userId="c066f16c19579742" providerId="LiveId" clId="{39D64B50-AB24-406A-B62F-67B027805AB4}" dt="2024-09-29T18:37:32.543" v="269" actId="1076"/>
          <ac:spMkLst>
            <pc:docMk/>
            <pc:sldMk cId="665760590" sldId="318"/>
            <ac:spMk id="2" creationId="{46B3C927-E038-41C3-224C-EB8E95F947C5}"/>
          </ac:spMkLst>
        </pc:spChg>
        <pc:spChg chg="mod">
          <ac:chgData name="Vishesha Sanadhya" userId="c066f16c19579742" providerId="LiveId" clId="{39D64B50-AB24-406A-B62F-67B027805AB4}" dt="2024-09-29T18:37:26.945" v="268" actId="1076"/>
          <ac:spMkLst>
            <pc:docMk/>
            <pc:sldMk cId="665760590" sldId="318"/>
            <ac:spMk id="3" creationId="{CA02B2A4-B2FA-0F7D-DDDE-357C651B940B}"/>
          </ac:spMkLst>
        </pc:spChg>
        <pc:picChg chg="add mod">
          <ac:chgData name="Vishesha Sanadhya" userId="c066f16c19579742" providerId="LiveId" clId="{39D64B50-AB24-406A-B62F-67B027805AB4}" dt="2024-09-30T19:28:21.663" v="505" actId="14100"/>
          <ac:picMkLst>
            <pc:docMk/>
            <pc:sldMk cId="665760590" sldId="318"/>
            <ac:picMk id="5" creationId="{4A0B046A-E0B9-835A-2462-ECA609C94A30}"/>
          </ac:picMkLst>
        </pc:picChg>
      </pc:sldChg>
      <pc:sldChg chg="addSp modSp mod modTransition">
        <pc:chgData name="Vishesha Sanadhya" userId="c066f16c19579742" providerId="LiveId" clId="{39D64B50-AB24-406A-B62F-67B027805AB4}" dt="2024-09-30T19:39:20.820" v="547"/>
        <pc:sldMkLst>
          <pc:docMk/>
          <pc:sldMk cId="2127603003" sldId="319"/>
        </pc:sldMkLst>
        <pc:spChg chg="mod">
          <ac:chgData name="Vishesha Sanadhya" userId="c066f16c19579742" providerId="LiveId" clId="{39D64B50-AB24-406A-B62F-67B027805AB4}" dt="2024-09-29T17:42:22.024" v="100"/>
          <ac:spMkLst>
            <pc:docMk/>
            <pc:sldMk cId="2127603003" sldId="319"/>
            <ac:spMk id="2" creationId="{89C487A5-CBE5-4C48-8A78-0FA253BD3004}"/>
          </ac:spMkLst>
        </pc:spChg>
        <pc:spChg chg="mod">
          <ac:chgData name="Vishesha Sanadhya" userId="c066f16c19579742" providerId="LiveId" clId="{39D64B50-AB24-406A-B62F-67B027805AB4}" dt="2024-09-29T18:52:47.491" v="418" actId="14100"/>
          <ac:spMkLst>
            <pc:docMk/>
            <pc:sldMk cId="2127603003" sldId="319"/>
            <ac:spMk id="4" creationId="{BB6FB880-1DE5-F645-4218-A8389FFBD472}"/>
          </ac:spMkLst>
        </pc:spChg>
        <pc:picChg chg="add mod">
          <ac:chgData name="Vishesha Sanadhya" userId="c066f16c19579742" providerId="LiveId" clId="{39D64B50-AB24-406A-B62F-67B027805AB4}" dt="2024-09-29T18:53:30.723" v="425" actId="14100"/>
          <ac:picMkLst>
            <pc:docMk/>
            <pc:sldMk cId="2127603003" sldId="319"/>
            <ac:picMk id="5" creationId="{E87DC76B-BE82-400F-42D3-70AEB442027F}"/>
          </ac:picMkLst>
        </pc:picChg>
      </pc:sldChg>
      <pc:sldChg chg="modSp mod">
        <pc:chgData name="Vishesha Sanadhya" userId="c066f16c19579742" providerId="LiveId" clId="{39D64B50-AB24-406A-B62F-67B027805AB4}" dt="2024-09-30T19:26:55.084" v="498" actId="1076"/>
        <pc:sldMkLst>
          <pc:docMk/>
          <pc:sldMk cId="717978404" sldId="320"/>
        </pc:sldMkLst>
        <pc:picChg chg="mod">
          <ac:chgData name="Vishesha Sanadhya" userId="c066f16c19579742" providerId="LiveId" clId="{39D64B50-AB24-406A-B62F-67B027805AB4}" dt="2024-09-30T19:26:55.084" v="498" actId="1076"/>
          <ac:picMkLst>
            <pc:docMk/>
            <pc:sldMk cId="717978404" sldId="320"/>
            <ac:picMk id="5" creationId="{71E84F06-325F-CA04-60FB-AC8FDCFD2992}"/>
          </ac:picMkLst>
        </pc:picChg>
      </pc:sldChg>
      <pc:sldChg chg="modSp mod">
        <pc:chgData name="Vishesha Sanadhya" userId="c066f16c19579742" providerId="LiveId" clId="{39D64B50-AB24-406A-B62F-67B027805AB4}" dt="2024-09-30T19:29:36.543" v="507" actId="255"/>
        <pc:sldMkLst>
          <pc:docMk/>
          <pc:sldMk cId="3314306712" sldId="321"/>
        </pc:sldMkLst>
        <pc:spChg chg="mod">
          <ac:chgData name="Vishesha Sanadhya" userId="c066f16c19579742" providerId="LiveId" clId="{39D64B50-AB24-406A-B62F-67B027805AB4}" dt="2024-09-30T19:29:36.543" v="507" actId="255"/>
          <ac:spMkLst>
            <pc:docMk/>
            <pc:sldMk cId="3314306712" sldId="321"/>
            <ac:spMk id="7" creationId="{75B66F73-05FF-533E-AE2A-C9EB31029F77}"/>
          </ac:spMkLst>
        </pc:spChg>
      </pc:sldChg>
      <pc:sldChg chg="modSp mod">
        <pc:chgData name="Vishesha Sanadhya" userId="c066f16c19579742" providerId="LiveId" clId="{39D64B50-AB24-406A-B62F-67B027805AB4}" dt="2024-09-30T19:28:32.241" v="506" actId="1076"/>
        <pc:sldMkLst>
          <pc:docMk/>
          <pc:sldMk cId="2318821015" sldId="322"/>
        </pc:sldMkLst>
        <pc:picChg chg="mod">
          <ac:chgData name="Vishesha Sanadhya" userId="c066f16c19579742" providerId="LiveId" clId="{39D64B50-AB24-406A-B62F-67B027805AB4}" dt="2024-09-30T19:28:32.241" v="506" actId="1076"/>
          <ac:picMkLst>
            <pc:docMk/>
            <pc:sldMk cId="2318821015" sldId="322"/>
            <ac:picMk id="4" creationId="{C233BE96-3F41-AFF1-3C4E-C4A58D1C947A}"/>
          </ac:picMkLst>
        </pc:picChg>
      </pc:sldChg>
      <pc:sldChg chg="modTransition">
        <pc:chgData name="Vishesha Sanadhya" userId="c066f16c19579742" providerId="LiveId" clId="{39D64B50-AB24-406A-B62F-67B027805AB4}" dt="2024-09-30T19:37:45.570" v="538"/>
        <pc:sldMkLst>
          <pc:docMk/>
          <pc:sldMk cId="2500557679" sldId="323"/>
        </pc:sldMkLst>
      </pc:sldChg>
      <pc:sldChg chg="delSp modSp mod">
        <pc:chgData name="Vishesha Sanadhya" userId="c066f16c19579742" providerId="LiveId" clId="{39D64B50-AB24-406A-B62F-67B027805AB4}" dt="2024-09-29T18:06:42.002" v="200" actId="478"/>
        <pc:sldMkLst>
          <pc:docMk/>
          <pc:sldMk cId="97030994" sldId="324"/>
        </pc:sldMkLst>
        <pc:spChg chg="del mod">
          <ac:chgData name="Vishesha Sanadhya" userId="c066f16c19579742" providerId="LiveId" clId="{39D64B50-AB24-406A-B62F-67B027805AB4}" dt="2024-09-29T18:06:42.002" v="200" actId="478"/>
          <ac:spMkLst>
            <pc:docMk/>
            <pc:sldMk cId="97030994" sldId="324"/>
            <ac:spMk id="2" creationId="{FB5D5FED-41A8-A745-B64F-4208C585DCE5}"/>
          </ac:spMkLst>
        </pc:spChg>
      </pc:sldChg>
      <pc:sldChg chg="delSp modSp mod">
        <pc:chgData name="Vishesha Sanadhya" userId="c066f16c19579742" providerId="LiveId" clId="{39D64B50-AB24-406A-B62F-67B027805AB4}" dt="2024-09-29T18:57:13.310" v="430" actId="478"/>
        <pc:sldMkLst>
          <pc:docMk/>
          <pc:sldMk cId="3019823309" sldId="328"/>
        </pc:sldMkLst>
        <pc:spChg chg="del mod">
          <ac:chgData name="Vishesha Sanadhya" userId="c066f16c19579742" providerId="LiveId" clId="{39D64B50-AB24-406A-B62F-67B027805AB4}" dt="2024-09-29T18:57:13.310" v="430" actId="478"/>
          <ac:spMkLst>
            <pc:docMk/>
            <pc:sldMk cId="3019823309" sldId="328"/>
            <ac:spMk id="2" creationId="{04F9E749-F229-9D33-B103-C86EDB0A19E1}"/>
          </ac:spMkLst>
        </pc:spChg>
      </pc:sldChg>
      <pc:sldChg chg="modSp mod">
        <pc:chgData name="Vishesha Sanadhya" userId="c066f16c19579742" providerId="LiveId" clId="{39D64B50-AB24-406A-B62F-67B027805AB4}" dt="2024-09-29T17:42:19.399" v="92"/>
        <pc:sldMkLst>
          <pc:docMk/>
          <pc:sldMk cId="4288256745" sldId="333"/>
        </pc:sldMkLst>
        <pc:picChg chg="mod">
          <ac:chgData name="Vishesha Sanadhya" userId="c066f16c19579742" providerId="LiveId" clId="{39D64B50-AB24-406A-B62F-67B027805AB4}" dt="2024-09-29T17:42:19.399" v="92"/>
          <ac:picMkLst>
            <pc:docMk/>
            <pc:sldMk cId="4288256745" sldId="333"/>
            <ac:picMk id="4" creationId="{9C5AA534-708F-4266-7EC4-C72E27665980}"/>
          </ac:picMkLst>
        </pc:picChg>
      </pc:sldChg>
      <pc:sldChg chg="new del mod chgLayout">
        <pc:chgData name="Vishesha Sanadhya" userId="c066f16c19579742" providerId="LiveId" clId="{39D64B50-AB24-406A-B62F-67B027805AB4}" dt="2024-09-29T19:02:34.494" v="481" actId="47"/>
        <pc:sldMkLst>
          <pc:docMk/>
          <pc:sldMk cId="2975373336" sldId="334"/>
        </pc:sldMkLst>
      </pc:sldChg>
      <pc:sldChg chg="addSp modSp new mod modTransition">
        <pc:chgData name="Vishesha Sanadhya" userId="c066f16c19579742" providerId="LiveId" clId="{39D64B50-AB24-406A-B62F-67B027805AB4}" dt="2024-09-30T19:53:32.217" v="585"/>
        <pc:sldMkLst>
          <pc:docMk/>
          <pc:sldMk cId="3051705481" sldId="334"/>
        </pc:sldMkLst>
        <pc:spChg chg="mod">
          <ac:chgData name="Vishesha Sanadhya" userId="c066f16c19579742" providerId="LiveId" clId="{39D64B50-AB24-406A-B62F-67B027805AB4}" dt="2024-09-30T19:52:42.186" v="581" actId="1076"/>
          <ac:spMkLst>
            <pc:docMk/>
            <pc:sldMk cId="3051705481" sldId="334"/>
            <ac:spMk id="2" creationId="{83CA28D3-A741-9EFD-4006-6489EAD909BD}"/>
          </ac:spMkLst>
        </pc:spChg>
        <pc:spChg chg="mod">
          <ac:chgData name="Vishesha Sanadhya" userId="c066f16c19579742" providerId="LiveId" clId="{39D64B50-AB24-406A-B62F-67B027805AB4}" dt="2024-09-30T19:52:35.749" v="580" actId="1076"/>
          <ac:spMkLst>
            <pc:docMk/>
            <pc:sldMk cId="3051705481" sldId="334"/>
            <ac:spMk id="3" creationId="{4ECA308A-F2A6-386B-74F3-10FF3A3B1B0F}"/>
          </ac:spMkLst>
        </pc:spChg>
        <pc:picChg chg="add mod">
          <ac:chgData name="Vishesha Sanadhya" userId="c066f16c19579742" providerId="LiveId" clId="{39D64B50-AB24-406A-B62F-67B027805AB4}" dt="2024-09-30T19:52:57.655" v="583" actId="14100"/>
          <ac:picMkLst>
            <pc:docMk/>
            <pc:sldMk cId="3051705481" sldId="334"/>
            <ac:picMk id="5" creationId="{B87CBFD3-F2D6-A7DF-0266-A65099081B5B}"/>
          </ac:picMkLst>
        </pc:picChg>
      </pc:sldChg>
    </pc:docChg>
  </pc:docChgLst>
  <pc:docChgLst>
    <pc:chgData name="Tushar Parashar" userId="a816f3590b09436f" providerId="LiveId" clId="{16DB9CF3-7AA4-4840-BE2E-33909E51BDFC}"/>
    <pc:docChg chg="undo custSel addSld delSld modSld sldOrd addSection delSection">
      <pc:chgData name="Tushar Parashar" userId="a816f3590b09436f" providerId="LiveId" clId="{16DB9CF3-7AA4-4840-BE2E-33909E51BDFC}" dt="2024-09-23T18:09:29.218" v="138" actId="113"/>
      <pc:docMkLst>
        <pc:docMk/>
      </pc:docMkLst>
      <pc:sldChg chg="delSp modSp mod ord">
        <pc:chgData name="Tushar Parashar" userId="a816f3590b09436f" providerId="LiveId" clId="{16DB9CF3-7AA4-4840-BE2E-33909E51BDFC}" dt="2024-09-23T18:02:58.270" v="69" actId="1076"/>
        <pc:sldMkLst>
          <pc:docMk/>
          <pc:sldMk cId="3912747309" sldId="268"/>
        </pc:sldMkLst>
        <pc:spChg chg="mod">
          <ac:chgData name="Tushar Parashar" userId="a816f3590b09436f" providerId="LiveId" clId="{16DB9CF3-7AA4-4840-BE2E-33909E51BDFC}" dt="2024-09-23T18:02:58.270" v="69" actId="1076"/>
          <ac:spMkLst>
            <pc:docMk/>
            <pc:sldMk cId="3912747309" sldId="268"/>
            <ac:spMk id="2" creationId="{4010AF38-26DF-48B3-952C-4A9091D6863C}"/>
          </ac:spMkLst>
        </pc:spChg>
        <pc:spChg chg="del mod">
          <ac:chgData name="Tushar Parashar" userId="a816f3590b09436f" providerId="LiveId" clId="{16DB9CF3-7AA4-4840-BE2E-33909E51BDFC}" dt="2024-09-23T18:01:41.436" v="64" actId="478"/>
          <ac:spMkLst>
            <pc:docMk/>
            <pc:sldMk cId="3912747309" sldId="268"/>
            <ac:spMk id="3" creationId="{37FC2D8F-56D2-4ADF-B439-0E09E7C37894}"/>
          </ac:spMkLst>
        </pc:spChg>
      </pc:sldChg>
      <pc:sldChg chg="modSp">
        <pc:chgData name="Tushar Parashar" userId="a816f3590b09436f" providerId="LiveId" clId="{16DB9CF3-7AA4-4840-BE2E-33909E51BDFC}" dt="2024-09-23T18:02:37.682" v="66"/>
        <pc:sldMkLst>
          <pc:docMk/>
          <pc:sldMk cId="2482546811" sldId="310"/>
        </pc:sldMkLst>
        <pc:spChg chg="mod">
          <ac:chgData name="Tushar Parashar" userId="a816f3590b09436f" providerId="LiveId" clId="{16DB9CF3-7AA4-4840-BE2E-33909E51BDFC}" dt="2024-09-23T18:02:37.682" v="66"/>
          <ac:spMkLst>
            <pc:docMk/>
            <pc:sldMk cId="2482546811" sldId="310"/>
            <ac:spMk id="2" creationId="{4F76CB32-901A-4DA0-AA8A-9A7B5A88BFCD}"/>
          </ac:spMkLst>
        </pc:spChg>
      </pc:sldChg>
      <pc:sldChg chg="modSp">
        <pc:chgData name="Tushar Parashar" userId="a816f3590b09436f" providerId="LiveId" clId="{16DB9CF3-7AA4-4840-BE2E-33909E51BDFC}" dt="2024-09-23T18:02:37.682" v="66"/>
        <pc:sldMkLst>
          <pc:docMk/>
          <pc:sldMk cId="3682200935" sldId="311"/>
        </pc:sldMkLst>
        <pc:spChg chg="mod">
          <ac:chgData name="Tushar Parashar" userId="a816f3590b09436f" providerId="LiveId" clId="{16DB9CF3-7AA4-4840-BE2E-33909E51BDFC}" dt="2024-09-23T18:02:37.682" v="66"/>
          <ac:spMkLst>
            <pc:docMk/>
            <pc:sldMk cId="3682200935" sldId="311"/>
            <ac:spMk id="2" creationId="{9274FEF0-3974-CBFC-9A0E-0B09B74D2CDA}"/>
          </ac:spMkLst>
        </pc:spChg>
      </pc:sldChg>
      <pc:sldChg chg="modSp">
        <pc:chgData name="Tushar Parashar" userId="a816f3590b09436f" providerId="LiveId" clId="{16DB9CF3-7AA4-4840-BE2E-33909E51BDFC}" dt="2024-09-23T18:02:37.682" v="66"/>
        <pc:sldMkLst>
          <pc:docMk/>
          <pc:sldMk cId="261589157" sldId="312"/>
        </pc:sldMkLst>
        <pc:spChg chg="mod">
          <ac:chgData name="Tushar Parashar" userId="a816f3590b09436f" providerId="LiveId" clId="{16DB9CF3-7AA4-4840-BE2E-33909E51BDFC}" dt="2024-09-23T18:02:37.682" v="66"/>
          <ac:spMkLst>
            <pc:docMk/>
            <pc:sldMk cId="261589157" sldId="312"/>
            <ac:spMk id="2" creationId="{90A69A3B-A7B3-8A72-402D-3E81FF6096F1}"/>
          </ac:spMkLst>
        </pc:spChg>
      </pc:sldChg>
      <pc:sldChg chg="modSp">
        <pc:chgData name="Tushar Parashar" userId="a816f3590b09436f" providerId="LiveId" clId="{16DB9CF3-7AA4-4840-BE2E-33909E51BDFC}" dt="2024-09-23T18:02:37.682" v="66"/>
        <pc:sldMkLst>
          <pc:docMk/>
          <pc:sldMk cId="2364448589" sldId="313"/>
        </pc:sldMkLst>
        <pc:spChg chg="mod">
          <ac:chgData name="Tushar Parashar" userId="a816f3590b09436f" providerId="LiveId" clId="{16DB9CF3-7AA4-4840-BE2E-33909E51BDFC}" dt="2024-09-23T18:02:37.682" v="66"/>
          <ac:spMkLst>
            <pc:docMk/>
            <pc:sldMk cId="2364448589" sldId="313"/>
            <ac:spMk id="2" creationId="{99258BE3-D89D-4ADD-3C83-55C207CF04C5}"/>
          </ac:spMkLst>
        </pc:spChg>
      </pc:sldChg>
      <pc:sldChg chg="modSp mod">
        <pc:chgData name="Tushar Parashar" userId="a816f3590b09436f" providerId="LiveId" clId="{16DB9CF3-7AA4-4840-BE2E-33909E51BDFC}" dt="2024-09-23T18:02:37.769" v="67" actId="27636"/>
        <pc:sldMkLst>
          <pc:docMk/>
          <pc:sldMk cId="3440603964" sldId="314"/>
        </pc:sldMkLst>
        <pc:spChg chg="mod">
          <ac:chgData name="Tushar Parashar" userId="a816f3590b09436f" providerId="LiveId" clId="{16DB9CF3-7AA4-4840-BE2E-33909E51BDFC}" dt="2024-09-23T18:02:37.769" v="67" actId="27636"/>
          <ac:spMkLst>
            <pc:docMk/>
            <pc:sldMk cId="3440603964" sldId="314"/>
            <ac:spMk id="2" creationId="{C95EE013-6396-FABE-C73B-7378FB8373E9}"/>
          </ac:spMkLst>
        </pc:spChg>
      </pc:sldChg>
      <pc:sldChg chg="modSp">
        <pc:chgData name="Tushar Parashar" userId="a816f3590b09436f" providerId="LiveId" clId="{16DB9CF3-7AA4-4840-BE2E-33909E51BDFC}" dt="2024-09-23T18:02:37.682" v="66"/>
        <pc:sldMkLst>
          <pc:docMk/>
          <pc:sldMk cId="465572788" sldId="315"/>
        </pc:sldMkLst>
        <pc:spChg chg="mod">
          <ac:chgData name="Tushar Parashar" userId="a816f3590b09436f" providerId="LiveId" clId="{16DB9CF3-7AA4-4840-BE2E-33909E51BDFC}" dt="2024-09-23T18:02:37.682" v="66"/>
          <ac:spMkLst>
            <pc:docMk/>
            <pc:sldMk cId="465572788" sldId="315"/>
            <ac:spMk id="2" creationId="{CF8BF2FB-1743-E805-2057-DF7C11415B7C}"/>
          </ac:spMkLst>
        </pc:spChg>
      </pc:sldChg>
      <pc:sldChg chg="modSp">
        <pc:chgData name="Tushar Parashar" userId="a816f3590b09436f" providerId="LiveId" clId="{16DB9CF3-7AA4-4840-BE2E-33909E51BDFC}" dt="2024-09-23T18:02:37.682" v="66"/>
        <pc:sldMkLst>
          <pc:docMk/>
          <pc:sldMk cId="4195303050" sldId="317"/>
        </pc:sldMkLst>
        <pc:spChg chg="mod">
          <ac:chgData name="Tushar Parashar" userId="a816f3590b09436f" providerId="LiveId" clId="{16DB9CF3-7AA4-4840-BE2E-33909E51BDFC}" dt="2024-09-23T18:02:37.682" v="66"/>
          <ac:spMkLst>
            <pc:docMk/>
            <pc:sldMk cId="4195303050" sldId="317"/>
            <ac:spMk id="2" creationId="{556B0425-5E66-4AA1-2097-D5B92FCFCA31}"/>
          </ac:spMkLst>
        </pc:spChg>
      </pc:sldChg>
      <pc:sldChg chg="modSp mod">
        <pc:chgData name="Tushar Parashar" userId="a816f3590b09436f" providerId="LiveId" clId="{16DB9CF3-7AA4-4840-BE2E-33909E51BDFC}" dt="2024-09-23T18:09:29.218" v="138" actId="113"/>
        <pc:sldMkLst>
          <pc:docMk/>
          <pc:sldMk cId="665760590" sldId="318"/>
        </pc:sldMkLst>
        <pc:spChg chg="mod">
          <ac:chgData name="Tushar Parashar" userId="a816f3590b09436f" providerId="LiveId" clId="{16DB9CF3-7AA4-4840-BE2E-33909E51BDFC}" dt="2024-09-23T18:07:35.582" v="97" actId="20577"/>
          <ac:spMkLst>
            <pc:docMk/>
            <pc:sldMk cId="665760590" sldId="318"/>
            <ac:spMk id="2" creationId="{46B3C927-E038-41C3-224C-EB8E95F947C5}"/>
          </ac:spMkLst>
        </pc:spChg>
        <pc:spChg chg="mod">
          <ac:chgData name="Tushar Parashar" userId="a816f3590b09436f" providerId="LiveId" clId="{16DB9CF3-7AA4-4840-BE2E-33909E51BDFC}" dt="2024-09-23T18:09:29.218" v="138" actId="113"/>
          <ac:spMkLst>
            <pc:docMk/>
            <pc:sldMk cId="665760590" sldId="318"/>
            <ac:spMk id="3" creationId="{CA02B2A4-B2FA-0F7D-DDDE-357C651B940B}"/>
          </ac:spMkLst>
        </pc:spChg>
      </pc:sldChg>
      <pc:sldChg chg="modSp">
        <pc:chgData name="Tushar Parashar" userId="a816f3590b09436f" providerId="LiveId" clId="{16DB9CF3-7AA4-4840-BE2E-33909E51BDFC}" dt="2024-09-23T18:02:37.682" v="66"/>
        <pc:sldMkLst>
          <pc:docMk/>
          <pc:sldMk cId="2127603003" sldId="319"/>
        </pc:sldMkLst>
        <pc:spChg chg="mod">
          <ac:chgData name="Tushar Parashar" userId="a816f3590b09436f" providerId="LiveId" clId="{16DB9CF3-7AA4-4840-BE2E-33909E51BDFC}" dt="2024-09-23T18:02:37.682" v="66"/>
          <ac:spMkLst>
            <pc:docMk/>
            <pc:sldMk cId="2127603003" sldId="319"/>
            <ac:spMk id="2" creationId="{89C487A5-CBE5-4C48-8A78-0FA253BD3004}"/>
          </ac:spMkLst>
        </pc:spChg>
      </pc:sldChg>
      <pc:sldChg chg="addSp delSp modSp new mod ord">
        <pc:chgData name="Tushar Parashar" userId="a816f3590b09436f" providerId="LiveId" clId="{16DB9CF3-7AA4-4840-BE2E-33909E51BDFC}" dt="2024-09-23T18:03:28.786" v="71"/>
        <pc:sldMkLst>
          <pc:docMk/>
          <pc:sldMk cId="717978404" sldId="320"/>
        </pc:sldMkLst>
        <pc:spChg chg="del">
          <ac:chgData name="Tushar Parashar" userId="a816f3590b09436f" providerId="LiveId" clId="{16DB9CF3-7AA4-4840-BE2E-33909E51BDFC}" dt="2024-09-23T17:53:33.206" v="15" actId="478"/>
          <ac:spMkLst>
            <pc:docMk/>
            <pc:sldMk cId="717978404" sldId="320"/>
            <ac:spMk id="2" creationId="{78041DDD-C868-9E04-B52B-7094927D3433}"/>
          </ac:spMkLst>
        </pc:spChg>
        <pc:spChg chg="del mod">
          <ac:chgData name="Tushar Parashar" userId="a816f3590b09436f" providerId="LiveId" clId="{16DB9CF3-7AA4-4840-BE2E-33909E51BDFC}" dt="2024-09-23T17:57:16.681" v="18" actId="931"/>
          <ac:spMkLst>
            <pc:docMk/>
            <pc:sldMk cId="717978404" sldId="320"/>
            <ac:spMk id="3" creationId="{B280346F-7E00-38FB-4633-3A24557FD6E7}"/>
          </ac:spMkLst>
        </pc:spChg>
        <pc:picChg chg="add mod">
          <ac:chgData name="Tushar Parashar" userId="a816f3590b09436f" providerId="LiveId" clId="{16DB9CF3-7AA4-4840-BE2E-33909E51BDFC}" dt="2024-09-23T17:57:21.631" v="19" actId="14100"/>
          <ac:picMkLst>
            <pc:docMk/>
            <pc:sldMk cId="717978404" sldId="320"/>
            <ac:picMk id="5" creationId="{71E84F06-325F-CA04-60FB-AC8FDCFD2992}"/>
          </ac:picMkLst>
        </pc:picChg>
      </pc:sldChg>
      <pc:sldChg chg="new del">
        <pc:chgData name="Tushar Parashar" userId="a816f3590b09436f" providerId="LiveId" clId="{16DB9CF3-7AA4-4840-BE2E-33909E51BDFC}" dt="2024-09-23T17:52:59.428" v="9" actId="2696"/>
        <pc:sldMkLst>
          <pc:docMk/>
          <pc:sldMk cId="1068986133" sldId="320"/>
        </pc:sldMkLst>
      </pc:sldChg>
      <pc:sldChg chg="addSp delSp modSp new mod ord">
        <pc:chgData name="Tushar Parashar" userId="a816f3590b09436f" providerId="LiveId" clId="{16DB9CF3-7AA4-4840-BE2E-33909E51BDFC}" dt="2024-09-23T18:01:30.355" v="61" actId="2"/>
        <pc:sldMkLst>
          <pc:docMk/>
          <pc:sldMk cId="3314306712" sldId="321"/>
        </pc:sldMkLst>
        <pc:spChg chg="del">
          <ac:chgData name="Tushar Parashar" userId="a816f3590b09436f" providerId="LiveId" clId="{16DB9CF3-7AA4-4840-BE2E-33909E51BDFC}" dt="2024-09-23T17:57:45.642" v="23" actId="478"/>
          <ac:spMkLst>
            <pc:docMk/>
            <pc:sldMk cId="3314306712" sldId="321"/>
            <ac:spMk id="2" creationId="{69B0B0D0-2B9D-6E06-C2ED-23A6E281B38E}"/>
          </ac:spMkLst>
        </pc:spChg>
        <pc:spChg chg="del mod">
          <ac:chgData name="Tushar Parashar" userId="a816f3590b09436f" providerId="LiveId" clId="{16DB9CF3-7AA4-4840-BE2E-33909E51BDFC}" dt="2024-09-23T17:58:49.486" v="26" actId="931"/>
          <ac:spMkLst>
            <pc:docMk/>
            <pc:sldMk cId="3314306712" sldId="321"/>
            <ac:spMk id="3" creationId="{0FA43CDF-22C5-9EDD-3A62-0D09F10B3617}"/>
          </ac:spMkLst>
        </pc:spChg>
        <pc:spChg chg="add del mod">
          <ac:chgData name="Tushar Parashar" userId="a816f3590b09436f" providerId="LiveId" clId="{16DB9CF3-7AA4-4840-BE2E-33909E51BDFC}" dt="2024-09-23T18:00:22.193" v="52" actId="478"/>
          <ac:spMkLst>
            <pc:docMk/>
            <pc:sldMk cId="3314306712" sldId="321"/>
            <ac:spMk id="6" creationId="{C7060ABE-3369-3BC3-3940-042776CB8DBE}"/>
          </ac:spMkLst>
        </pc:spChg>
        <pc:spChg chg="add mod">
          <ac:chgData name="Tushar Parashar" userId="a816f3590b09436f" providerId="LiveId" clId="{16DB9CF3-7AA4-4840-BE2E-33909E51BDFC}" dt="2024-09-23T18:01:30.355" v="61" actId="2"/>
          <ac:spMkLst>
            <pc:docMk/>
            <pc:sldMk cId="3314306712" sldId="321"/>
            <ac:spMk id="7" creationId="{75B66F73-05FF-533E-AE2A-C9EB31029F77}"/>
          </ac:spMkLst>
        </pc:spChg>
        <pc:picChg chg="add mod">
          <ac:chgData name="Tushar Parashar" userId="a816f3590b09436f" providerId="LiveId" clId="{16DB9CF3-7AA4-4840-BE2E-33909E51BDFC}" dt="2024-09-23T17:58:54.823" v="28" actId="1076"/>
          <ac:picMkLst>
            <pc:docMk/>
            <pc:sldMk cId="3314306712" sldId="321"/>
            <ac:picMk id="5" creationId="{FB4B2421-2E80-9536-2654-DB60DDC92C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C3732-A379-4AFE-B7F8-979187430751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7431F-365B-432E-8FE3-DDD407229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25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7431F-365B-432E-8FE3-DDD40722970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16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184DA70-C731-4C70-880D-CCD4705E623C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01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4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7669AF7-7BEB-44E4-9852-375E34362B5B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61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9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8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14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14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762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907D986-8816-4272-A432-0437A28A9828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2474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2101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460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10/5/2024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09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35E5C-81D8-CE82-B3F1-ADCE2B8EE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600" y="3169353"/>
            <a:ext cx="9680797" cy="22749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Chatify: Real-Time Chat Application </a:t>
            </a:r>
          </a:p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(KCS752)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report submitted to partial fulfillment for the award of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Degree of B.Tech in CSE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: 2021-25</a:t>
            </a:r>
          </a:p>
          <a:p>
            <a:pPr marL="0" indent="0" algn="ctr">
              <a:buNone/>
            </a:pPr>
            <a:endParaRPr lang="en-IN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 descr="Image result for bsacet mathura">
            <a:extLst>
              <a:ext uri="{FF2B5EF4-FFF2-40B4-BE49-F238E27FC236}">
                <a16:creationId xmlns:a16="http://schemas.microsoft.com/office/drawing/2014/main" id="{F50FA116-D8C8-FD7D-5FD2-733E9363C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601" y="904432"/>
            <a:ext cx="1796473" cy="189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FCFD02-A8BA-694E-849C-DC1FECC8B224}"/>
              </a:ext>
            </a:extLst>
          </p:cNvPr>
          <p:cNvSpPr txBox="1"/>
          <p:nvPr/>
        </p:nvSpPr>
        <p:spPr>
          <a:xfrm>
            <a:off x="3243053" y="1956886"/>
            <a:ext cx="7370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rgbClr val="7030A0"/>
                </a:solidFill>
              </a:rPr>
              <a:t>APPROVED BY AICTE &amp; AFFILIATED TO AKTU, LUCKNOW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757DB-55B6-20F4-AB05-4B39AB015D0A}"/>
              </a:ext>
            </a:extLst>
          </p:cNvPr>
          <p:cNvSpPr txBox="1"/>
          <p:nvPr/>
        </p:nvSpPr>
        <p:spPr>
          <a:xfrm>
            <a:off x="3243053" y="876097"/>
            <a:ext cx="7980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  <a:latin typeface="Rockwell Extra Bold" panose="02060903040505020403" pitchFamily="18" charset="0"/>
              </a:rPr>
              <a:t>BSA College of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Rockwell Extra Bold" panose="02060903040505020403" pitchFamily="18" charset="0"/>
              </a:rPr>
              <a:t>&amp; Technology, MATHURA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F69B94-69C2-B883-8CC3-9EE9641F5723}"/>
              </a:ext>
            </a:extLst>
          </p:cNvPr>
          <p:cNvSpPr/>
          <p:nvPr/>
        </p:nvSpPr>
        <p:spPr>
          <a:xfrm>
            <a:off x="1255600" y="888478"/>
            <a:ext cx="9680798" cy="1911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97701-FDB4-9349-352C-7CEED9D440D6}"/>
              </a:ext>
            </a:extLst>
          </p:cNvPr>
          <p:cNvSpPr txBox="1"/>
          <p:nvPr/>
        </p:nvSpPr>
        <p:spPr>
          <a:xfrm>
            <a:off x="3243053" y="2326218"/>
            <a:ext cx="542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Established &amp; Governed by Shri Agrawal Shiksha Mandal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95F60-065D-3427-7DC3-7AEE26BF8406}"/>
              </a:ext>
            </a:extLst>
          </p:cNvPr>
          <p:cNvSpPr txBox="1"/>
          <p:nvPr/>
        </p:nvSpPr>
        <p:spPr>
          <a:xfrm>
            <a:off x="6786695" y="5369357"/>
            <a:ext cx="4436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Vishesha Sanadhya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(2100650100116)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Rajkumar Singh Chaudhary (2100650100082)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93FA6-21A0-16B7-A1CD-F8F05093128C}"/>
              </a:ext>
            </a:extLst>
          </p:cNvPr>
          <p:cNvSpPr txBox="1"/>
          <p:nvPr/>
        </p:nvSpPr>
        <p:spPr>
          <a:xfrm>
            <a:off x="968727" y="5444262"/>
            <a:ext cx="265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:                                                                         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Durga Puja, AP CSA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72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520495"/>
            <a:ext cx="7851775" cy="272415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b="1" dirty="0"/>
              <a:t>Chatify: Real-Time Chat Application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1D984-1F95-3CE8-4D29-97EAA368B80A}"/>
              </a:ext>
            </a:extLst>
          </p:cNvPr>
          <p:cNvSpPr txBox="1"/>
          <p:nvPr/>
        </p:nvSpPr>
        <p:spPr>
          <a:xfrm>
            <a:off x="2938616" y="3059979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D57BFE-BBA0-960F-522A-05A60B78F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484" y="194670"/>
            <a:ext cx="4810161" cy="64686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B4F68E-17F0-7683-9CA9-ACC4F5849A0B}"/>
              </a:ext>
            </a:extLst>
          </p:cNvPr>
          <p:cNvSpPr txBox="1"/>
          <p:nvPr/>
        </p:nvSpPr>
        <p:spPr>
          <a:xfrm>
            <a:off x="424923" y="3587340"/>
            <a:ext cx="62370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Chatify is a powerful cross-platform messaging app that enables seamless real-time communication. With secure user authentication, rich text and multimedia sharing, and high-quality audio/video calls, it is the ultimate tool for social, customer support, and team collaboration needs.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EDB4C-4DE2-1678-5CB4-473EE6D778A3}"/>
              </a:ext>
            </a:extLst>
          </p:cNvPr>
          <p:cNvSpPr txBox="1"/>
          <p:nvPr/>
        </p:nvSpPr>
        <p:spPr>
          <a:xfrm>
            <a:off x="259976" y="5368630"/>
            <a:ext cx="6935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Times New Roman" panose="02020603050405020304" pitchFamily="18" charset="0"/>
              </a:rPr>
              <a:t>from</a:t>
            </a:r>
            <a:r>
              <a:rPr lang="en-US" sz="1800" b="1" dirty="0">
                <a:solidFill>
                  <a:srgbClr val="002060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r>
              <a:rPr lang="en-US" sz="1800" dirty="0">
                <a:solidFill>
                  <a:srgbClr val="002060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Times New Roman" panose="02020603050405020304" pitchFamily="18" charset="0"/>
              </a:rPr>
              <a:t>Vishesha Sanadhya</a:t>
            </a:r>
            <a:r>
              <a:rPr lang="en-US" dirty="0">
                <a:solidFill>
                  <a:srgbClr val="002060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Times New Roman" panose="02020603050405020304" pitchFamily="18" charset="0"/>
              </a:rPr>
              <a:t>(2100650100116)</a:t>
            </a:r>
          </a:p>
          <a:p>
            <a:r>
              <a:rPr lang="en-US" sz="1800" dirty="0">
                <a:solidFill>
                  <a:srgbClr val="002060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Times New Roman" panose="02020603050405020304" pitchFamily="18" charset="0"/>
              </a:rPr>
              <a:t>Rajkumar Singh Chaudhary (2100650100082)</a:t>
            </a: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B973931-A837-8BEF-AF74-D025BFF028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6697" y="2022607"/>
            <a:ext cx="6753441" cy="378206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platform where users can communicate with each other instantly through messages, images, videos, or files. The messages are exchanged in real-time, meaning they are sent and received with minimal delay, creating a seamless user experience. This is widely used in messaging apps, customer support systems, and social media.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the application incorporates voice and video call features, enabling real-time communication beyond text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cellphone with a chat screen&#10;&#10;Description automatically generated">
            <a:extLst>
              <a:ext uri="{FF2B5EF4-FFF2-40B4-BE49-F238E27FC236}">
                <a16:creationId xmlns:a16="http://schemas.microsoft.com/office/drawing/2014/main" id="{E77CDBB2-3650-267B-70B7-C762C9063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138" y="265471"/>
            <a:ext cx="4720803" cy="635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FEF0-3974-CBFC-9A0E-0B09B74D2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2E23DF-00FA-13E8-651B-21916B838C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955" y="1856264"/>
            <a:ext cx="7126968" cy="424372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messaging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send and receive text messages in real-time without noticeable delays.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login options, including email/password and social media integration (Google, Facebook).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sharing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share images, videos, and files within the chat.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Informing users when new messages arrive, even when the app is closed.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and video calling: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allow users to communicate face-to-face or via voice in real-time.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65B0B7-D70E-2F73-657F-355B93C4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923" y="253202"/>
            <a:ext cx="4365114" cy="637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0093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9A3B-A7B3-8A72-402D-3E81FF60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436116"/>
            <a:ext cx="10058400" cy="1371600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CA73EA1-1B58-63BD-D0FB-C68BCEEEC1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6723" y="1452474"/>
            <a:ext cx="7790645" cy="477053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 and Requirement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project goals: real-time messaging, media sharing, user authentication.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tech: Flutter, Dart, Firebase and real-time capabilities.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UI/UX Design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wireframes and prototypes for seamless user experience.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intuitive UI using Flutter’s material design components.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Development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(Flutter/Dart):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UI components and implemented logic.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(Firebase):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Firestore for real-time messaging, Authentication, Cloud Storage, and Push Notifications.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ZEGOCLOUD for real-time voice and video call functionality, providing a seamless user experience for both one-on-one and group calls.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erson and person sitting at a desk with computers&#10;&#10;Description automatically generated">
            <a:extLst>
              <a:ext uri="{FF2B5EF4-FFF2-40B4-BE49-F238E27FC236}">
                <a16:creationId xmlns:a16="http://schemas.microsoft.com/office/drawing/2014/main" id="{4CDD6D38-5080-93AA-1CAA-93EE53148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419" y="246637"/>
            <a:ext cx="4319858" cy="63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915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8BE3-D89D-4ADD-3C83-55C207CF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5BC3B8-83B7-5537-D1FB-007ABD03BF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6310" y="1904300"/>
            <a:ext cx="6636774" cy="443198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Flutter is an open-source UI toolkit by Google that allows developers to build natively compiled applications for mobile, web, and desktop from a single codebase. It’s ability to support multiple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Dart is the programming language used to build Flutter applications. It is optimized for building user interfaces with features like a reactive framework and a just-in-time compiler, making development fast and efficient.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is a cloud platform by Google offering a suite of services, user authentication services, cloud storage, and other backend functionalities.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ZegoCloud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real-time voice and video calling capabilities, enabling high-quality communication within the app.</a:t>
            </a:r>
          </a:p>
        </p:txBody>
      </p:sp>
      <p:pic>
        <p:nvPicPr>
          <p:cNvPr id="5" name="Picture 4" descr="A group of men sitting at a table with laptops&#10;&#10;Description automatically generated">
            <a:extLst>
              <a:ext uri="{FF2B5EF4-FFF2-40B4-BE49-F238E27FC236}">
                <a16:creationId xmlns:a16="http://schemas.microsoft.com/office/drawing/2014/main" id="{11AF14BF-95C7-057D-9A7B-755F0562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504" y="235974"/>
            <a:ext cx="5147186" cy="63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4858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E013-6396-FABE-C73B-7378FB83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507417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IN" dirty="0"/>
              <a:t>Hardware and Software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EE10EB-054A-D75D-50B1-C722A8F714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973" y="1743103"/>
            <a:ext cx="7377693" cy="489364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(OS):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macOS, or Linux (for development)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OS Compatibility: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5.0 (Lollipop) or later for Android app development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(RAM):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 (minimum) 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GB or higher recommended for better performance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Storage: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GB for Flutter SDK, Dart SDK, ZEGOCLOUD SDK, and app dependencies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Flutter SDK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For cross-platform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Dart SDK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For building app logic and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ZEGOCLOUD SDK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For real-time voice and video calling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Firebase CLI for backend services (Authentication,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Cloud Storage)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erson sitting at a desk with many computer screens&#10;&#10;Description automatically generated">
            <a:extLst>
              <a:ext uri="{FF2B5EF4-FFF2-40B4-BE49-F238E27FC236}">
                <a16:creationId xmlns:a16="http://schemas.microsoft.com/office/drawing/2014/main" id="{FC4B7FB2-9FAE-07B4-C80B-F6BE7ECD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66" y="221250"/>
            <a:ext cx="4290360" cy="64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0396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F2FB-1743-E805-2057-DF7C1141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539355"/>
            <a:ext cx="10058400" cy="1371600"/>
          </a:xfrm>
        </p:spPr>
        <p:txBody>
          <a:bodyPr/>
          <a:lstStyle/>
          <a:p>
            <a:r>
              <a:rPr lang="en-IN" dirty="0"/>
              <a:t>Real-World Application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E2FE83-F8AA-B96E-9B3E-9CE403844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5451" y="1755143"/>
            <a:ext cx="7500691" cy="419755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Enables instant communication and media sharing among users.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 Tools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Facilitates real-time coordination and file sharing in professional settings.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Systems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Provides immediate assistance and resolution for customer inquiries.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Platforms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Enhances interaction between students and educators through real-time discussions.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Communication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Supports telemedicine with secure, real-time consultations and follow-ups.</a:t>
            </a:r>
          </a:p>
        </p:txBody>
      </p:sp>
      <p:pic>
        <p:nvPicPr>
          <p:cNvPr id="4" name="Picture 3" descr="A person with a beard and glasses&#10;&#10;Description automatically generated">
            <a:extLst>
              <a:ext uri="{FF2B5EF4-FFF2-40B4-BE49-F238E27FC236}">
                <a16:creationId xmlns:a16="http://schemas.microsoft.com/office/drawing/2014/main" id="{F01F6B80-3957-78B1-4157-F23888FBC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504" y="259307"/>
            <a:ext cx="4225437" cy="638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7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3C927-E038-41C3-224C-EB8E95F9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021" y="642594"/>
            <a:ext cx="10058400" cy="1371600"/>
          </a:xfrm>
        </p:spPr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B2A4-B2FA-0F7D-DDDE-357C651B9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367" y="1750274"/>
            <a:ext cx="6130413" cy="477006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Synchronization:-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consistent message delivery and updates across all devices in real-time.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Performance:-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 high volume of users and messages while maintaining low latency and optimal app performance.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Handling:-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handling the upload, download, and display of images, videos, and other media types.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Ensuring seamless functionality and consistent user experience across Android, iOS, and web platforms.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Video/Audio Calling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Implementing reliable video and audio calling features using platforms like ZEGOCLOUD, while ensuring low latency and good call quality.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data synchronization&#10;&#10;Description automatically generated">
            <a:extLst>
              <a:ext uri="{FF2B5EF4-FFF2-40B4-BE49-F238E27FC236}">
                <a16:creationId xmlns:a16="http://schemas.microsoft.com/office/drawing/2014/main" id="{4A0B046A-E0B9-835A-2462-ECA609C94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80" y="191729"/>
            <a:ext cx="5414175" cy="645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6059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B80E3C-44D4-6C57-7652-DEFF2FA54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648" y="0"/>
            <a:ext cx="3334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5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EFC144-2C09-5F30-E07D-A1EA2F67D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38" y="0"/>
            <a:ext cx="3336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0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6A6EEC-A38C-502C-D4B6-DAF74ECC4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38" y="0"/>
            <a:ext cx="3336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0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33BE96-3F41-AFF1-3C4E-C4A58D1C9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113" y="0"/>
            <a:ext cx="3336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2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F85FF9-9C13-6FF2-F4B3-9237ACCE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99" y="0"/>
            <a:ext cx="9784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68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69770D-70B4-66D1-0239-423A5F807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0"/>
            <a:ext cx="9579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03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B5ACF8-B6E7-E789-EF38-A6CFBD78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795" y="0"/>
            <a:ext cx="3510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45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6FCE15-D3BE-A97F-3D58-6A866E382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0"/>
            <a:ext cx="9875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23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ACBF61-505C-6A1C-84D5-1602B4FE7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231" y="0"/>
            <a:ext cx="6589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6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87A5-CBE5-4C48-8A78-0FA253BD3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6FB880-1DE5-F645-4218-A8389FFBD4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7809" y="1746180"/>
            <a:ext cx="7386102" cy="461305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Chats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Implement group conversations with support for media sharing and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 Reactions and Threads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Allow users to react to messages or create sub-threads within conversations.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Receipts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Advanced user interaction tracking for message read and delivery statuses.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Encryption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Ensure high security and privacy for user communications, following encryption standards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Calls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 multiple users to join voice or video calls at once.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oup of people looking at a tablet&#10;&#10;Description automatically generated">
            <a:extLst>
              <a:ext uri="{FF2B5EF4-FFF2-40B4-BE49-F238E27FC236}">
                <a16:creationId xmlns:a16="http://schemas.microsoft.com/office/drawing/2014/main" id="{E87DC76B-BE82-400F-42D3-70AEB4420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74" y="265471"/>
            <a:ext cx="4381501" cy="63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0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0425-5E66-4AA1-2097-D5B92FCF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B0479D-8B55-CD98-2037-8567798813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5603" y="2152693"/>
            <a:ext cx="6540984" cy="286232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chat application developed using Flutter, Dart, and Firebase effectively demonstrates the power of modern technologies in creating a seamless, cross-platform communication tool. The project successfully integrates real-time messaging, media sharing, and user authentication, addressing various real-world needs such as social networking, team collaboration, customer support, and more.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A5630-6BA1-9AB3-1A80-E0FB69AE1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586" y="218364"/>
            <a:ext cx="5139812" cy="652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0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28D3-A741-9EFD-4006-6489EAD90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268" y="1945013"/>
            <a:ext cx="5308979" cy="1371600"/>
          </a:xfrm>
        </p:spPr>
        <p:txBody>
          <a:bodyPr>
            <a:noAutofit/>
          </a:bodyPr>
          <a:lstStyle/>
          <a:p>
            <a:r>
              <a:rPr lang="en-I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A308A-F2A6-386B-74F3-10FF3A3B1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361" y="3676807"/>
            <a:ext cx="4760794" cy="107680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 and valuable feedback. Your insights will help shape the future of Chatify.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Two men shaking hands in front of a sunset&#10;&#10;Description automatically generated">
            <a:extLst>
              <a:ext uri="{FF2B5EF4-FFF2-40B4-BE49-F238E27FC236}">
                <a16:creationId xmlns:a16="http://schemas.microsoft.com/office/drawing/2014/main" id="{B87CBFD3-F2D6-A7DF-0266-A6509908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994" y="232012"/>
            <a:ext cx="5213445" cy="637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054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473</TotalTime>
  <Words>1002</Words>
  <Application>Microsoft Office PowerPoint</Application>
  <PresentationFormat>Widescreen</PresentationFormat>
  <Paragraphs>85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SimSun-ExtB</vt:lpstr>
      <vt:lpstr>Arial</vt:lpstr>
      <vt:lpstr>Arial Black</vt:lpstr>
      <vt:lpstr>Calibri</vt:lpstr>
      <vt:lpstr>Century Gothic</vt:lpstr>
      <vt:lpstr>Garamond</vt:lpstr>
      <vt:lpstr>Rockwell Extra Bold</vt:lpstr>
      <vt:lpstr>Times New Roman</vt:lpstr>
      <vt:lpstr>Savon</vt:lpstr>
      <vt:lpstr>PowerPoint Presentation</vt:lpstr>
      <vt:lpstr>Chatify: Real-Time Chat Application</vt:lpstr>
      <vt:lpstr>Introduction</vt:lpstr>
      <vt:lpstr>Objectives</vt:lpstr>
      <vt:lpstr>Methodology</vt:lpstr>
      <vt:lpstr>Technology Used</vt:lpstr>
      <vt:lpstr>Hardware and Software Requirements</vt:lpstr>
      <vt:lpstr>Real-World Application</vt:lpstr>
      <vt:lpstr>Challenges Faced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Parashar</dc:creator>
  <cp:lastModifiedBy>raj chaudhary</cp:lastModifiedBy>
  <cp:revision>8</cp:revision>
  <dcterms:created xsi:type="dcterms:W3CDTF">2024-09-10T15:33:24Z</dcterms:created>
  <dcterms:modified xsi:type="dcterms:W3CDTF">2024-10-05T04:55:08Z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